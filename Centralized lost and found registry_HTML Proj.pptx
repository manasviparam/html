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9" d="100"/>
          <a:sy n="59" d="100"/>
        </p:scale>
        <p:origin x="9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2/10/2026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2/10/2026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2/10/2026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2/10/2026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2/10/2026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1FB8-09D2-1CFB-3FE8-229C4F7BBC13}"/>
              </a:ext>
            </a:extLst>
          </p:cNvPr>
          <p:cNvSpPr>
            <a:spLocks noGrp="1"/>
          </p:cNvSpPr>
          <p:nvPr>
            <p:ph type="ctrTitle"/>
          </p:nvPr>
        </p:nvSpPr>
        <p:spPr>
          <a:xfrm>
            <a:off x="1051559" y="1432223"/>
            <a:ext cx="13241383" cy="3035808"/>
          </a:xfrm>
        </p:spPr>
        <p:txBody>
          <a:bodyPr/>
          <a:lstStyle/>
          <a:p>
            <a:r>
              <a:rPr lang="en-US" sz="7200" dirty="0"/>
              <a:t>Centralized lost and found Management registry</a:t>
            </a:r>
            <a:endParaRPr lang="en-IN" sz="7200" dirty="0"/>
          </a:p>
        </p:txBody>
      </p:sp>
      <p:sp>
        <p:nvSpPr>
          <p:cNvPr id="3" name="Subtitle 2">
            <a:extLst>
              <a:ext uri="{FF2B5EF4-FFF2-40B4-BE49-F238E27FC236}">
                <a16:creationId xmlns:a16="http://schemas.microsoft.com/office/drawing/2014/main" id="{E765B5AF-23C1-589E-3CD9-BBD32E6A188F}"/>
              </a:ext>
            </a:extLst>
          </p:cNvPr>
          <p:cNvSpPr>
            <a:spLocks noGrp="1"/>
          </p:cNvSpPr>
          <p:nvPr>
            <p:ph type="subTitle" idx="1"/>
          </p:nvPr>
        </p:nvSpPr>
        <p:spPr/>
        <p:txBody>
          <a:bodyPr>
            <a:normAutofit fontScale="55000" lnSpcReduction="20000"/>
          </a:bodyPr>
          <a:lstStyle/>
          <a:p>
            <a:pPr algn="r"/>
            <a:r>
              <a:rPr lang="en-IN" dirty="0"/>
              <a:t>2520030072</a:t>
            </a:r>
          </a:p>
          <a:p>
            <a:pPr algn="r"/>
            <a:r>
              <a:rPr lang="en-IN" dirty="0"/>
              <a:t>Param Manasvi</a:t>
            </a:r>
          </a:p>
          <a:p>
            <a:pPr algn="r"/>
            <a:r>
              <a:rPr lang="en-IN" dirty="0"/>
              <a:t>Cluster 2</a:t>
            </a:r>
          </a:p>
          <a:p>
            <a:pPr algn="r"/>
            <a:r>
              <a:rPr lang="en-IN" dirty="0"/>
              <a:t>Sec 7</a:t>
            </a:r>
          </a:p>
          <a:p>
            <a:pPr algn="r"/>
            <a:endParaRPr lang="en-IN" dirty="0"/>
          </a:p>
        </p:txBody>
      </p:sp>
      <p:pic>
        <p:nvPicPr>
          <p:cNvPr id="5" name="Picture 4">
            <a:extLst>
              <a:ext uri="{FF2B5EF4-FFF2-40B4-BE49-F238E27FC236}">
                <a16:creationId xmlns:a16="http://schemas.microsoft.com/office/drawing/2014/main" id="{77AE5340-CA90-0EFC-1804-A5A0924B66DB}"/>
              </a:ext>
            </a:extLst>
          </p:cNvPr>
          <p:cNvPicPr>
            <a:picLocks noChangeAspect="1"/>
          </p:cNvPicPr>
          <p:nvPr/>
        </p:nvPicPr>
        <p:blipFill>
          <a:blip r:embed="rId2"/>
          <a:stretch>
            <a:fillRect/>
          </a:stretch>
        </p:blipFill>
        <p:spPr>
          <a:xfrm>
            <a:off x="8961120" y="73411"/>
            <a:ext cx="3103514" cy="1137487"/>
          </a:xfrm>
          <a:prstGeom prst="rect">
            <a:avLst/>
          </a:prstGeom>
        </p:spPr>
      </p:pic>
    </p:spTree>
    <p:extLst>
      <p:ext uri="{BB962C8B-B14F-4D97-AF65-F5344CB8AC3E}">
        <p14:creationId xmlns:p14="http://schemas.microsoft.com/office/powerpoint/2010/main" val="80726037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5F29-49AC-BF85-680B-5226358D5151}"/>
              </a:ext>
            </a:extLst>
          </p:cNvPr>
          <p:cNvSpPr>
            <a:spLocks noGrp="1"/>
          </p:cNvSpPr>
          <p:nvPr>
            <p:ph type="title"/>
          </p:nvPr>
        </p:nvSpPr>
        <p:spPr>
          <a:xfrm>
            <a:off x="833543" y="268874"/>
            <a:ext cx="10058400" cy="1609344"/>
          </a:xfrm>
        </p:spPr>
        <p:txBody>
          <a:bodyPr>
            <a:normAutofit/>
          </a:bodyPr>
          <a:lstStyle/>
          <a:p>
            <a:pPr algn="ctr"/>
            <a:r>
              <a:rPr lang="en-IN" sz="8800" dirty="0"/>
              <a:t>ABSTACT</a:t>
            </a:r>
          </a:p>
        </p:txBody>
      </p:sp>
      <p:sp>
        <p:nvSpPr>
          <p:cNvPr id="3" name="Content Placeholder 2">
            <a:extLst>
              <a:ext uri="{FF2B5EF4-FFF2-40B4-BE49-F238E27FC236}">
                <a16:creationId xmlns:a16="http://schemas.microsoft.com/office/drawing/2014/main" id="{1E76DE03-95E1-9384-245C-9DCDC2B9AA00}"/>
              </a:ext>
            </a:extLst>
          </p:cNvPr>
          <p:cNvSpPr>
            <a:spLocks noGrp="1"/>
          </p:cNvSpPr>
          <p:nvPr>
            <p:ph idx="1"/>
          </p:nvPr>
        </p:nvSpPr>
        <p:spPr>
          <a:xfrm>
            <a:off x="833543" y="1974014"/>
            <a:ext cx="10961189" cy="4293982"/>
          </a:xfrm>
          <a:solidFill>
            <a:schemeClr val="tx2">
              <a:lumMod val="20000"/>
              <a:lumOff val="80000"/>
            </a:schemeClr>
          </a:solidFill>
        </p:spPr>
        <p:txBody>
          <a:bodyPr/>
          <a:lstStyle/>
          <a:p>
            <a:r>
              <a:rPr lang="en-US" sz="2400" b="1" dirty="0"/>
              <a:t>Centralized Lost and Found Registry</a:t>
            </a:r>
            <a:r>
              <a:rPr lang="en-US" sz="2400" dirty="0"/>
              <a:t> is a web-based frontend application developed to streamline the process of reporting and recovering lost belongings within a campus environment. The system provides a single, centralized platform where students can view lost and found items and submit item details in an organized manner.</a:t>
            </a:r>
          </a:p>
          <a:p>
            <a:endParaRPr lang="en-US" sz="2400" dirty="0"/>
          </a:p>
          <a:p>
            <a:r>
              <a:rPr lang="en-US" sz="2400" dirty="0"/>
              <a:t>The primary objective of this project is to reduce confusion, improve accessibility to information, and ensure efficient management of lost and found records. The interface is designed using basic HTML and CSS, focusing on simplicity, clarity, and user-friendly navigation.</a:t>
            </a:r>
          </a:p>
          <a:p>
            <a:endParaRPr lang="en-IN" dirty="0"/>
          </a:p>
        </p:txBody>
      </p:sp>
    </p:spTree>
    <p:extLst>
      <p:ext uri="{BB962C8B-B14F-4D97-AF65-F5344CB8AC3E}">
        <p14:creationId xmlns:p14="http://schemas.microsoft.com/office/powerpoint/2010/main" val="183721510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0494C869-D3CB-5EA6-A7A3-8BE016396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3FFF3-9A60-C26E-AA3A-5742185A908F}"/>
              </a:ext>
            </a:extLst>
          </p:cNvPr>
          <p:cNvSpPr>
            <a:spLocks noGrp="1"/>
          </p:cNvSpPr>
          <p:nvPr>
            <p:ph type="title"/>
          </p:nvPr>
        </p:nvSpPr>
        <p:spPr/>
        <p:txBody>
          <a:bodyPr>
            <a:normAutofit/>
          </a:bodyPr>
          <a:lstStyle/>
          <a:p>
            <a:pPr algn="ctr"/>
            <a:r>
              <a:rPr lang="en-IN" sz="8800" dirty="0"/>
              <a:t>ABSTACT</a:t>
            </a:r>
          </a:p>
        </p:txBody>
      </p:sp>
      <p:sp>
        <p:nvSpPr>
          <p:cNvPr id="3" name="Content Placeholder 2">
            <a:extLst>
              <a:ext uri="{FF2B5EF4-FFF2-40B4-BE49-F238E27FC236}">
                <a16:creationId xmlns:a16="http://schemas.microsoft.com/office/drawing/2014/main" id="{4E30C296-8440-24BD-1941-736DE6D15D8D}"/>
              </a:ext>
            </a:extLst>
          </p:cNvPr>
          <p:cNvSpPr>
            <a:spLocks noGrp="1"/>
          </p:cNvSpPr>
          <p:nvPr>
            <p:ph idx="1"/>
          </p:nvPr>
        </p:nvSpPr>
        <p:spPr/>
        <p:txBody>
          <a:bodyPr>
            <a:normAutofit lnSpcReduction="10000"/>
          </a:bodyPr>
          <a:lstStyle/>
          <a:p>
            <a:r>
              <a:rPr lang="en-US" sz="2400" dirty="0"/>
              <a:t>The project conceptually applies fundamental  </a:t>
            </a:r>
            <a:r>
              <a:rPr lang="en-US" sz="2400" b="1" dirty="0"/>
              <a:t>HTML, CSS </a:t>
            </a:r>
            <a:r>
              <a:rPr lang="en-US" sz="2400" dirty="0"/>
              <a:t>and </a:t>
            </a:r>
            <a:r>
              <a:rPr lang="en-US" sz="2400" b="1" dirty="0"/>
              <a:t>Data Structures and Algorithms (DSA)</a:t>
            </a:r>
            <a:r>
              <a:rPr lang="en-US" sz="2400" dirty="0"/>
              <a:t> principles,  where lost and found items are treated as structured data stored in lists. Searching and sorting techniques can be applied to retrieve item information based on parameters such as item name, category, or date.</a:t>
            </a:r>
          </a:p>
          <a:p>
            <a:endParaRPr lang="en-US" sz="2400" dirty="0"/>
          </a:p>
          <a:p>
            <a:r>
              <a:rPr lang="en-US" sz="2400" dirty="0"/>
              <a:t>Although currently implemented as a static prototype, the system is designed to be scalable. In future enhancements, backend integration, database storage, and authentication mechanisms can be added to transform it into a complete dynamic application. This project demonstrates an understanding of web design fundamentals, problem-solving skills, and real-world application development</a:t>
            </a:r>
          </a:p>
          <a:p>
            <a:endParaRPr lang="en-IN" dirty="0"/>
          </a:p>
        </p:txBody>
      </p:sp>
    </p:spTree>
    <p:extLst>
      <p:ext uri="{BB962C8B-B14F-4D97-AF65-F5344CB8AC3E}">
        <p14:creationId xmlns:p14="http://schemas.microsoft.com/office/powerpoint/2010/main" val="1352802207"/>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{9010ED8A-2187-4720-936B-B2E9512FEA0B}TF2ec419c9-97c3-4958-b02a-0886397d33afcfe10e4b-d68909c4b1b0</Template>
  <TotalTime>36</TotalTime>
  <Words>226</Words>
  <Application>Microsoft Office PowerPoint</Application>
  <PresentationFormat>Widescreen</PresentationFormat>
  <Paragraphs>13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Rockwell</vt:lpstr>
      <vt:lpstr>Rockwell Condensed</vt:lpstr>
      <vt:lpstr>Wingdings</vt:lpstr>
      <vt:lpstr>Wood Type</vt:lpstr>
      <vt:lpstr>Centralized lost and found Management registry</vt:lpstr>
      <vt:lpstr>ABSTACT</vt:lpstr>
      <vt:lpstr>ABSTACT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Manasvi P</dc:creator>
  <cp:lastModifiedBy>Manasvi P</cp:lastModifiedBy>
  <cp:revision>5</cp:revision>
  <dcterms:created xsi:type="dcterms:W3CDTF">2026-02-10T09:04:37Z</dcterms:created>
  <dcterms:modified xsi:type="dcterms:W3CDTF">2026-02-10T10:11:50Z</dcterms:modified>
</cp:coreProperties>
</file>